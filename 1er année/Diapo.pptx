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media/hdphoto4.wdp" ContentType="image/vnd.ms-photo"/>
  <Override PartName="/ppt/media/image1.jpeg" ContentType="image/jpeg"/>
  <Override PartName="/ppt/media/image3.png" ContentType="image/png"/>
  <Override PartName="/ppt/media/image2.png" ContentType="image/png"/>
  <Override PartName="/ppt/media/hdphoto3.wdp" ContentType="image/vnd.ms-photo"/>
  <Override PartName="/ppt/media/hdphoto1.wdp" ContentType="image/vnd.ms-photo"/>
  <Override PartName="/ppt/media/hdphoto2.wdp" ContentType="image/vnd.ms-photo"/>
  <Override PartName="/ppt/media/image4.png" ContentType="image/png"/>
  <Override PartName="/ppt/media/image5.png" ContentType="image/png"/>
  <Override PartName="/ppt/media/image6.png" ContentType="image/png"/>
  <Override PartName="/ppt/media/hdphoto5.wdp" ContentType="image/vnd.ms-photo"/>
  <Override PartName="/ppt/media/image7.png" ContentType="image/png"/>
  <Override PartName="/ppt/media/hdphoto6.wdp" ContentType="image/vnd.ms-photo"/>
  <Override PartName="/ppt/media/image8.png" ContentType="image/png"/>
  <Override PartName="/ppt/media/hdphoto7.wdp" ContentType="image/vnd.ms-photo"/>
  <Override PartName="/ppt/media/image9.png" ContentType="image/png"/>
  <Override PartName="/ppt/media/hdphoto8.wdp" ContentType="image/vnd.ms-photo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000000"/>
                </a:solidFill>
                <a:latin typeface="Calibri Light"/>
              </a:rPr>
              <a:t>Modifiez le style du titre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38F6E7ED-347C-43AC-80F5-2B3F698F5B08}" type="datetime">
              <a:rPr b="0" lang="fr-FR" sz="1200" spc="-1" strike="noStrike">
                <a:solidFill>
                  <a:srgbClr val="8b8b8b"/>
                </a:solidFill>
                <a:latin typeface="Calibri"/>
              </a:rPr>
              <a:t>14/05/2025</a:t>
            </a:fld>
            <a:endParaRPr b="0" lang="fr-FR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fr-FR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F76C28FD-2365-4E9B-BD09-46D5FBEB37BE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Modifiez le style du titre</a:t>
            </a:r>
            <a:endParaRPr b="0" lang="fr-FR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Cliquez pour modifier les styles du texte du masque</a:t>
            </a: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Deuxième niveau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Quatrième niveau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Cinquième niveau</a:t>
            </a:r>
            <a:endParaRPr b="0" lang="fr-F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DA8B2A51-A7D4-46B5-854D-E629BC247637}" type="datetime">
              <a:rPr b="0" lang="fr-FR" sz="1200" spc="-1" strike="noStrike">
                <a:solidFill>
                  <a:srgbClr val="8b8b8b"/>
                </a:solidFill>
                <a:latin typeface="Calibri"/>
              </a:rPr>
              <a:t>14/05/2025</a:t>
            </a:fld>
            <a:endParaRPr b="0" lang="fr-FR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fr-FR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24EA7A64-F2BB-4B7B-91B0-7733C1880B7E}" type="slidenum">
              <a:rPr b="0" lang="fr-FR" sz="1200" spc="-1" strike="noStrike">
                <a:solidFill>
                  <a:srgbClr val="8b8b8b"/>
                </a:solidFill>
                <a:latin typeface="Calibri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microsoft.com/office/2007/relationships/hdphoto" Target="../media/hdphoto1.wdp"/><Relationship Id="rId3" Type="http://schemas.openxmlformats.org/officeDocument/2006/relationships/image" Target="../media/image3.png"/><Relationship Id="rId4" Type="http://schemas.microsoft.com/office/2007/relationships/hdphoto" Target="../media/hdphoto2.wdp"/><Relationship Id="rId5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microsoft.com/office/2007/relationships/hdphoto" Target="../media/hdphoto3.wdp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microsoft.com/office/2007/relationships/hdphoto" Target="../media/hdphoto4.wdp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microsoft.com/office/2007/relationships/hdphoto" Target="../media/hdphoto5.wdp"/><Relationship Id="rId3" Type="http://schemas.openxmlformats.org/officeDocument/2006/relationships/image" Target="../media/image7.png"/><Relationship Id="rId4" Type="http://schemas.microsoft.com/office/2007/relationships/hdphoto" Target="../media/hdphoto6.wdp"/><Relationship Id="rId5" Type="http://schemas.openxmlformats.org/officeDocument/2006/relationships/image" Target="../media/image8.png"/><Relationship Id="rId6" Type="http://schemas.microsoft.com/office/2007/relationships/hdphoto" Target="../media/hdphoto7.wdp"/><Relationship Id="rId7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microsoft.com/office/2007/relationships/hdphoto" Target="../media/hdphoto8.wdp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3" name="Image 6" descr="Une image contenant conception&#10;&#10;Description générée automatiquement avec une confiance faible"/>
          <p:cNvPicPr/>
          <p:nvPr/>
        </p:nvPicPr>
        <p:blipFill>
          <a:blip r:embed="rId1">
            <a:alphaModFix amt="50000"/>
          </a:blip>
          <a:srcRect l="3642" t="0" r="803" b="0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84" name="Titre 1"/>
          <p:cNvSpPr txBox="1"/>
          <p:nvPr/>
        </p:nvSpPr>
        <p:spPr>
          <a:xfrm>
            <a:off x="1523880" y="1122480"/>
            <a:ext cx="9143640" cy="2900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algn="ctr">
              <a:lnSpc>
                <a:spcPct val="90000"/>
              </a:lnSpc>
            </a:pPr>
            <a:r>
              <a:rPr b="0" lang="fr-FR" sz="6000" spc="-1" strike="noStrike">
                <a:solidFill>
                  <a:srgbClr val="ffffff"/>
                </a:solidFill>
                <a:latin typeface="Calibri Light"/>
              </a:rPr>
              <a:t>Les bonnes pratiques sur les</a:t>
            </a:r>
            <a:r>
              <a:rPr b="0" lang="fr-FR" sz="6000" spc="-1" strike="noStrike">
                <a:solidFill>
                  <a:srgbClr val="ffffff"/>
                </a:solidFill>
                <a:latin typeface="Calibri Light"/>
              </a:rPr>
              <a:t>	</a:t>
            </a:r>
            <a:r>
              <a:rPr b="0" lang="fr-FR" sz="6000" spc="-1" strike="noStrike">
                <a:solidFill>
                  <a:srgbClr val="ffffff"/>
                </a:solidFill>
                <a:latin typeface="Calibri Light"/>
              </a:rPr>
              <a:t>réseaux sociaux</a:t>
            </a:r>
            <a:endParaRPr b="0" lang="fr-F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Sous-titre 2"/>
          <p:cNvSpPr txBox="1"/>
          <p:nvPr/>
        </p:nvSpPr>
        <p:spPr>
          <a:xfrm>
            <a:off x="8016120" y="5728680"/>
            <a:ext cx="4175280" cy="1098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fr-FR" sz="2800" spc="-1" strike="noStrike">
                <a:solidFill>
                  <a:srgbClr val="ffffff"/>
                </a:solidFill>
                <a:latin typeface="Calibri"/>
              </a:rPr>
              <a:t>Lenormand Léa</a:t>
            </a:r>
            <a:endParaRPr b="0" lang="fr-FR" sz="28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fr-FR" sz="2800" spc="-1" strike="noStrike">
              <a:latin typeface="Arial"/>
            </a:endParaRP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10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80"/>
                            </p:stCondLst>
                            <p:childTnLst>
                              <p:par>
                                <p:cTn id="9" nodeType="afterEffect" fill="hold" presetClass="entr" presetID="10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" dur="4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nodeType="withEffect" fill="hold" presetClass="entr" presetID="10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" dur="4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2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Rectangle 23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8" name="Image 16" descr="Processeur avec des nombres binaires et un plan d'aménagement"/>
          <p:cNvPicPr/>
          <p:nvPr/>
        </p:nvPicPr>
        <p:blipFill>
          <a:blip r:embed="rId1">
            <a:alphaModFix amt="4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89" name="Titre 1"/>
          <p:cNvSpPr txBox="1"/>
          <p:nvPr/>
        </p:nvSpPr>
        <p:spPr>
          <a:xfrm>
            <a:off x="83844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fr-FR" sz="4400" spc="-1" strike="noStrike">
                <a:solidFill>
                  <a:srgbClr val="ffffff"/>
                </a:solidFill>
                <a:latin typeface="Calibri Light"/>
              </a:rPr>
              <a:t>Protection des comptes </a:t>
            </a:r>
            <a:endParaRPr b="0" lang="fr-FR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0" name="Image 14" descr="Une image contenant capture d’écran, Bleu électrique, bleu&#10;&#10;Description générée automatiquement"/>
          <p:cNvPicPr/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amount="-100000" bright="-20000" colorTemp="11500" contrast="20000" sat="111000"/>
                    </a14:imgEffect>
                  </a14:imgLayer>
                </a14:imgProps>
              </a:ext>
            </a:extLst>
          </a:blip>
          <a:srcRect l="21809" t="0" r="6349" b="0"/>
          <a:stretch/>
        </p:blipFill>
        <p:spPr>
          <a:xfrm>
            <a:off x="4177800" y="299160"/>
            <a:ext cx="7855200" cy="6259320"/>
          </a:xfrm>
          <a:prstGeom prst="rect">
            <a:avLst/>
          </a:prstGeom>
          <a:ln w="0">
            <a:noFill/>
          </a:ln>
        </p:spPr>
      </p:pic>
      <p:sp>
        <p:nvSpPr>
          <p:cNvPr id="91" name="Espace réservé du contenu 2"/>
          <p:cNvSpPr txBox="1"/>
          <p:nvPr/>
        </p:nvSpPr>
        <p:spPr>
          <a:xfrm>
            <a:off x="838440" y="2013480"/>
            <a:ext cx="4614480" cy="416304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ffffff"/>
                </a:solidFill>
                <a:latin typeface="Calibri"/>
              </a:rPr>
              <a:t>Mots de passe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ffffff"/>
                </a:solidFill>
                <a:latin typeface="Calibri"/>
              </a:rPr>
              <a:t>Validation a 2 étapes </a:t>
            </a:r>
            <a:r>
              <a:rPr b="0" i="1" lang="fr-FR" sz="1400" spc="-1" strike="noStrike">
                <a:solidFill>
                  <a:srgbClr val="ffffff"/>
                </a:solidFill>
                <a:latin typeface="Calibri"/>
              </a:rPr>
              <a:t>(2FA)</a:t>
            </a:r>
            <a:endParaRPr b="0" lang="fr-FR" sz="1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ffffff"/>
                </a:solidFill>
                <a:latin typeface="Calibri"/>
              </a:rPr>
              <a:t>Mise a jours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ffffff"/>
                </a:solidFill>
                <a:latin typeface="Calibri"/>
              </a:rPr>
              <a:t>Alertes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3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3" name="Espace réservé du contenu 17" descr="Une image contenant Caractère coloré, capture d’écran, art&#10;&#10;Description générée automatiquement"/>
          <p:cNvPicPr/>
          <p:nvPr/>
        </p:nvPicPr>
        <p:blipFill>
          <a:blip r:embed="rId1">
            <a:alphaModFix amt="3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amount="-26000" colorTemp="8800" sat="200000"/>
                    </a14:imgEffect>
                  </a14:imgLayer>
                </a14:imgProps>
              </a:ext>
            </a:extLst>
          </a:blip>
          <a:srcRect l="0" t="9858" r="0" b="1035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94" name="Titr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fr-FR" sz="4400" spc="-1" strike="noStrike">
                <a:solidFill>
                  <a:srgbClr val="ffffff"/>
                </a:solidFill>
                <a:latin typeface="Calibri Light"/>
              </a:rPr>
              <a:t>Faire attention à vos publications</a:t>
            </a:r>
            <a:endParaRPr b="0" lang="fr-FR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Content Placeholder 21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fr-FR" sz="2800" spc="-1" strike="noStrike">
                <a:solidFill>
                  <a:srgbClr val="ffffff"/>
                </a:solidFill>
                <a:latin typeface="Calibri"/>
              </a:rPr>
              <a:t>Vie privée</a:t>
            </a: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fr-FR" sz="2800" spc="-1" strike="noStrike">
                <a:solidFill>
                  <a:srgbClr val="ffffff"/>
                </a:solidFill>
                <a:latin typeface="Calibri"/>
              </a:rPr>
              <a:t>Comportement</a:t>
            </a: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fr-FR" sz="2800" spc="-1" strike="noStrike">
                <a:solidFill>
                  <a:srgbClr val="ffffff"/>
                </a:solidFill>
                <a:latin typeface="Calibri"/>
              </a:rPr>
              <a:t>Conditions générales</a:t>
            </a: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fr-FR" sz="2800" spc="-1" strike="noStrike">
                <a:solidFill>
                  <a:srgbClr val="ffffff"/>
                </a:solidFill>
                <a:latin typeface="Calibri"/>
              </a:rPr>
              <a:t>Conséquences  </a:t>
            </a: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fr-FR" sz="2800" spc="-1" strike="noStrike">
                <a:solidFill>
                  <a:srgbClr val="ffffff"/>
                </a:solidFill>
                <a:latin typeface="Calibri"/>
              </a:rPr>
              <a:t>Toutes les données partagées sont disponibles au monde entier</a:t>
            </a: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7" name="Espace réservé du contenu 4" descr="Une image contenant vin, personne, Verre à vin&#10;&#10;Description générée automatiquement"/>
          <p:cNvPicPr/>
          <p:nvPr/>
        </p:nvPicPr>
        <p:blipFill>
          <a:blip r:embed="rId1">
            <a:alphaModFix amt="7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amount="-50000" bright="-40000" contrast="4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98" name="Titr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fr-FR" sz="4400" spc="-1" strike="noStrike">
                <a:solidFill>
                  <a:srgbClr val="ffffff"/>
                </a:solidFill>
                <a:latin typeface="Calibri Light"/>
              </a:rPr>
              <a:t>Évitez les ordinateurs et réseaux publics</a:t>
            </a:r>
            <a:endParaRPr b="0" lang="fr-FR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Content Placeholder 8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Le vol de données dans les wifi public</a:t>
            </a: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Vol de mots de passe ou dossier privées</a:t>
            </a: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Propagation de logiciels malveillants</a:t>
            </a: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Background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1" name="tint"/>
          <p:cNvSpPr/>
          <p:nvPr/>
        </p:nvSpPr>
        <p:spPr>
          <a:xfrm>
            <a:off x="11141640" y="0"/>
            <a:ext cx="1046880" cy="685764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2" name="Rectangle 103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3" name="Rectangle 1036"/>
          <p:cNvSpPr/>
          <p:nvPr/>
        </p:nvSpPr>
        <p:spPr>
          <a:xfrm>
            <a:off x="0" y="8280"/>
            <a:ext cx="12191760" cy="27262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t" blurRad="596880" dir="7138176" dist="330012" rotWithShape="0" sx="87000" sy="87000">
              <a:srgbClr val="000000">
                <a:alpha val="2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" name="Titre 1"/>
          <p:cNvSpPr txBox="1"/>
          <p:nvPr/>
        </p:nvSpPr>
        <p:spPr>
          <a:xfrm>
            <a:off x="761760" y="529200"/>
            <a:ext cx="4696920" cy="180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fr-FR" sz="3100" spc="-1" strike="noStrike">
                <a:solidFill>
                  <a:srgbClr val="000000"/>
                </a:solidFill>
                <a:latin typeface="Calibri Light"/>
              </a:rPr>
              <a:t>Faire preuve de discernement</a:t>
            </a:r>
            <a:r>
              <a:rPr b="1" lang="fr-FR" sz="3100" spc="-1" strike="noStrike">
                <a:solidFill>
                  <a:srgbClr val="000000"/>
                </a:solidFill>
                <a:latin typeface="Calibri Light"/>
              </a:rPr>
              <a:t> </a:t>
            </a:r>
            <a:r>
              <a:rPr b="0" lang="fr-FR" sz="3100" spc="-1" strike="noStrike">
                <a:solidFill>
                  <a:srgbClr val="000000"/>
                </a:solidFill>
                <a:latin typeface="Calibri Light"/>
              </a:rPr>
              <a:t>lors ce que vous lisez des informations</a:t>
            </a:r>
            <a:endParaRPr b="0" lang="fr-FR" sz="3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Rectangle 1038"/>
          <p:cNvSpPr/>
          <p:nvPr/>
        </p:nvSpPr>
        <p:spPr>
          <a:xfrm>
            <a:off x="6095880" y="0"/>
            <a:ext cx="6095520" cy="68493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t" blurRad="596880" dir="8819712" dist="317233" rotWithShape="0" sx="87000" sy="87000">
              <a:schemeClr val="tx1"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06" name="Picture 2" descr="La Terre est-elle vraiment ronde ? | National Geographic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l="17002" t="0" r="2" b="0"/>
          <a:stretch/>
        </p:blipFill>
        <p:spPr>
          <a:xfrm>
            <a:off x="0" y="2734920"/>
            <a:ext cx="6095520" cy="4131000"/>
          </a:xfrm>
          <a:prstGeom prst="rect">
            <a:avLst/>
          </a:prstGeom>
          <a:ln w="0">
            <a:noFill/>
          </a:ln>
        </p:spPr>
      </p:pic>
      <p:pic>
        <p:nvPicPr>
          <p:cNvPr id="107" name="Image 6" descr="Une image contenant habits, dessin humoristique, dessin&#10;&#10;Description générée automatiquement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rcRect l="24796" t="0" r="17047" b="-4"/>
          <a:stretch/>
        </p:blipFill>
        <p:spPr>
          <a:xfrm>
            <a:off x="9144000" y="-12960"/>
            <a:ext cx="3047760" cy="2751120"/>
          </a:xfrm>
          <a:prstGeom prst="rect">
            <a:avLst/>
          </a:prstGeom>
          <a:ln w="0">
            <a:noFill/>
          </a:ln>
        </p:spPr>
      </p:pic>
      <p:pic>
        <p:nvPicPr>
          <p:cNvPr id="108" name="Image 8" descr="Une image contenant logo, Police, Graphique, symbole&#10;&#10;Description générée automatiquement"/>
          <p:cNvPicPr/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amount="25000" bright="60000" contrast="-40000"/>
                    </a14:imgEffect>
                  </a14:imgLayer>
                </a14:imgProps>
              </a:ext>
            </a:extLst>
          </a:blip>
          <a:srcRect l="0" t="12599" r="0" b="17806"/>
          <a:stretch/>
        </p:blipFill>
        <p:spPr>
          <a:xfrm>
            <a:off x="6095880" y="-12960"/>
            <a:ext cx="3053880" cy="2751120"/>
          </a:xfrm>
          <a:prstGeom prst="rect">
            <a:avLst/>
          </a:prstGeom>
          <a:ln w="0">
            <a:noFill/>
          </a:ln>
        </p:spPr>
      </p:pic>
      <p:sp>
        <p:nvSpPr>
          <p:cNvPr id="109" name="Espace réservé du contenu 2"/>
          <p:cNvSpPr txBox="1"/>
          <p:nvPr/>
        </p:nvSpPr>
        <p:spPr>
          <a:xfrm>
            <a:off x="6795000" y="3234600"/>
            <a:ext cx="4505040" cy="3121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5400" spc="-1" strike="noStrike">
                <a:solidFill>
                  <a:srgbClr val="000000"/>
                </a:solidFill>
                <a:latin typeface="Calibri"/>
              </a:rPr>
              <a:t>Fakes news</a:t>
            </a:r>
            <a:endParaRPr b="0" lang="fr-FR" sz="5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5400" spc="-1" strike="noStrike">
                <a:solidFill>
                  <a:srgbClr val="000000"/>
                </a:solidFill>
                <a:latin typeface="Calibri"/>
              </a:rPr>
              <a:t>Rumeurs</a:t>
            </a:r>
            <a:endParaRPr b="0" lang="fr-FR" sz="5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5400" spc="-1" strike="noStrike">
                <a:solidFill>
                  <a:srgbClr val="000000"/>
                </a:solidFill>
                <a:latin typeface="Calibri"/>
              </a:rPr>
              <a:t>Harcèlement</a:t>
            </a:r>
            <a:endParaRPr b="0" lang="fr-FR" sz="5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Image 4" descr=""/>
          <p:cNvPicPr/>
          <p:nvPr/>
        </p:nvPicPr>
        <p:blipFill>
          <a:blip r:embed="rId1">
            <a:alphaModFix amt="7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11" name="Titr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Conclusion + Source</a:t>
            </a:r>
            <a:endParaRPr b="0" lang="fr-FR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Espace réservé du contenu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cybermalveillance.gouv.fr</a:t>
            </a: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fr.wikipedia.org</a:t>
            </a:r>
            <a:endParaRPr b="0" lang="fr-FR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</TotalTime>
  <Application>LibreOffice/7.1.0.3$Windows_X86_64 LibreOffice_project/f6099ecf3d29644b5008cc8f48f42f4a40986e4c</Application>
  <AppVersion>15.0000</AppVersion>
  <Words>103</Words>
  <Paragraphs>25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2024-09-10T08:40:19Z</dcterms:created>
  <dc:creator>Nathan Mouille</dc:creator>
  <dc:description/>
  <dc:language>fr-FR</dc:language>
  <cp:lastModifiedBy>MOUILLE Nathan</cp:lastModifiedBy>
  <dcterms:modified xsi:type="dcterms:W3CDTF">2024-10-10T07:18:09Z</dcterms:modified>
  <cp:revision>27</cp:revision>
  <dc:subject/>
  <dc:title>Les bonnes pratiques sur les réseaux sociaux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Grand écran</vt:lpwstr>
  </property>
  <property fmtid="{D5CDD505-2E9C-101B-9397-08002B2CF9AE}" pid="3" name="Slides">
    <vt:i4>6</vt:i4>
  </property>
</Properties>
</file>